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809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8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5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34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77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35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48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29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0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728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75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70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0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35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69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ACD0-CD95-491D-B9E2-5D62BECC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82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FA47FB8-3A1C-40D1-8DF8-E634F803877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1D8ACD0-CD95-491D-B9E2-5D62BECC0E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10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A904C-19D3-4826-B614-BA0A8EDB32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BFEA3-1F51-4FE2-BEAB-57886F91C4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670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Custom 2">
      <a:dk1>
        <a:srgbClr val="7030A0"/>
      </a:dk1>
      <a:lt1>
        <a:srgbClr val="181818"/>
      </a:lt1>
      <a:dk2>
        <a:srgbClr val="7030A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Doaa_20220147</dc:creator>
  <cp:lastModifiedBy>Doaa_20220147</cp:lastModifiedBy>
  <cp:revision>2</cp:revision>
  <dcterms:created xsi:type="dcterms:W3CDTF">2026-03-05T01:37:43Z</dcterms:created>
  <dcterms:modified xsi:type="dcterms:W3CDTF">2026-04-21T12:09:19Z</dcterms:modified>
</cp:coreProperties>
</file>